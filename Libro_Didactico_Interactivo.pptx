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F0ED517-8821-4938-9B60-CB37C94DC304}"/>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8B68C1A2-EF23-4AA6-95AB-420C8D46994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8C440C29-922B-4885-A499-1EA8BCED8281}"/>
              </a:ext>
            </a:extLst>
          </p:cNvPr>
          <p:cNvSpPr>
            <a:spLocks noGrp="1"/>
          </p:cNvSpPr>
          <p:nvPr>
            <p:ph type="dt" sz="half" idx="10"/>
          </p:nvPr>
        </p:nvSpPr>
        <p:spPr/>
        <p:txBody>
          <a:bodyPr/>
          <a:lstStyle/>
          <a:p>
            <a:fld id="{AAAC630B-5F51-42FA-AEE6-A95DD75EFFF8}" type="datetimeFigureOut">
              <a:rPr lang="es-ES" smtClean="0"/>
              <a:t>16/09/2026</a:t>
            </a:fld>
            <a:endParaRPr lang="es-ES"/>
          </a:p>
        </p:txBody>
      </p:sp>
      <p:sp>
        <p:nvSpPr>
          <p:cNvPr id="5" name="Marcador de pie de página 4">
            <a:extLst>
              <a:ext uri="{FF2B5EF4-FFF2-40B4-BE49-F238E27FC236}">
                <a16:creationId xmlns:a16="http://schemas.microsoft.com/office/drawing/2014/main" id="{FFC2CCAA-55AD-400D-A928-493B206DD75E}"/>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92A205B0-7DFF-4DF5-AD19-E92760575589}"/>
              </a:ext>
            </a:extLst>
          </p:cNvPr>
          <p:cNvSpPr>
            <a:spLocks noGrp="1"/>
          </p:cNvSpPr>
          <p:nvPr>
            <p:ph type="sldNum" sz="quarter" idx="12"/>
          </p:nvPr>
        </p:nvSpPr>
        <p:spPr/>
        <p:txBody>
          <a:bodyPr/>
          <a:lstStyle/>
          <a:p>
            <a:fld id="{3BEF391A-14FC-4511-A986-7D6D06603126}" type="slidenum">
              <a:rPr lang="es-ES" smtClean="0"/>
              <a:t>‹Nº›</a:t>
            </a:fld>
            <a:endParaRPr lang="es-ES"/>
          </a:p>
        </p:txBody>
      </p:sp>
    </p:spTree>
    <p:extLst>
      <p:ext uri="{BB962C8B-B14F-4D97-AF65-F5344CB8AC3E}">
        <p14:creationId xmlns:p14="http://schemas.microsoft.com/office/powerpoint/2010/main" val="7839672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DACB3A-60F0-46D0-8099-06C856F93A45}"/>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5741AF9D-367F-4EA1-A14F-3E02AA52669F}"/>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C2B8C787-7C13-45DD-8FAE-AACDDAE4A1BD}"/>
              </a:ext>
            </a:extLst>
          </p:cNvPr>
          <p:cNvSpPr>
            <a:spLocks noGrp="1"/>
          </p:cNvSpPr>
          <p:nvPr>
            <p:ph type="dt" sz="half" idx="10"/>
          </p:nvPr>
        </p:nvSpPr>
        <p:spPr/>
        <p:txBody>
          <a:bodyPr/>
          <a:lstStyle/>
          <a:p>
            <a:fld id="{AAAC630B-5F51-42FA-AEE6-A95DD75EFFF8}" type="datetimeFigureOut">
              <a:rPr lang="es-ES" smtClean="0"/>
              <a:t>16/09/2026</a:t>
            </a:fld>
            <a:endParaRPr lang="es-ES"/>
          </a:p>
        </p:txBody>
      </p:sp>
      <p:sp>
        <p:nvSpPr>
          <p:cNvPr id="5" name="Marcador de pie de página 4">
            <a:extLst>
              <a:ext uri="{FF2B5EF4-FFF2-40B4-BE49-F238E27FC236}">
                <a16:creationId xmlns:a16="http://schemas.microsoft.com/office/drawing/2014/main" id="{7F8BBE72-85EC-4A8E-B446-AF44469519D5}"/>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69AC0873-9AC3-4B3E-A262-0B7F22C10B43}"/>
              </a:ext>
            </a:extLst>
          </p:cNvPr>
          <p:cNvSpPr>
            <a:spLocks noGrp="1"/>
          </p:cNvSpPr>
          <p:nvPr>
            <p:ph type="sldNum" sz="quarter" idx="12"/>
          </p:nvPr>
        </p:nvSpPr>
        <p:spPr/>
        <p:txBody>
          <a:bodyPr/>
          <a:lstStyle/>
          <a:p>
            <a:fld id="{3BEF391A-14FC-4511-A986-7D6D06603126}" type="slidenum">
              <a:rPr lang="es-ES" smtClean="0"/>
              <a:t>‹Nº›</a:t>
            </a:fld>
            <a:endParaRPr lang="es-ES"/>
          </a:p>
        </p:txBody>
      </p:sp>
    </p:spTree>
    <p:extLst>
      <p:ext uri="{BB962C8B-B14F-4D97-AF65-F5344CB8AC3E}">
        <p14:creationId xmlns:p14="http://schemas.microsoft.com/office/powerpoint/2010/main" val="8007952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30EE748-2843-41BD-A814-CBFBA52EA3B3}"/>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5B73D39D-EC30-4ED7-86F5-57F873BBF5C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8F706D44-0BC3-457B-A0AA-6755DACCC034}"/>
              </a:ext>
            </a:extLst>
          </p:cNvPr>
          <p:cNvSpPr>
            <a:spLocks noGrp="1"/>
          </p:cNvSpPr>
          <p:nvPr>
            <p:ph type="dt" sz="half" idx="10"/>
          </p:nvPr>
        </p:nvSpPr>
        <p:spPr/>
        <p:txBody>
          <a:bodyPr/>
          <a:lstStyle/>
          <a:p>
            <a:fld id="{AAAC630B-5F51-42FA-AEE6-A95DD75EFFF8}" type="datetimeFigureOut">
              <a:rPr lang="es-ES" smtClean="0"/>
              <a:t>16/09/2026</a:t>
            </a:fld>
            <a:endParaRPr lang="es-ES"/>
          </a:p>
        </p:txBody>
      </p:sp>
      <p:sp>
        <p:nvSpPr>
          <p:cNvPr id="5" name="Marcador de pie de página 4">
            <a:extLst>
              <a:ext uri="{FF2B5EF4-FFF2-40B4-BE49-F238E27FC236}">
                <a16:creationId xmlns:a16="http://schemas.microsoft.com/office/drawing/2014/main" id="{0A7B59C0-8622-4437-8538-EC11B7DB4047}"/>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764F3BAC-0F00-45CA-BA25-D0C93EB6C477}"/>
              </a:ext>
            </a:extLst>
          </p:cNvPr>
          <p:cNvSpPr>
            <a:spLocks noGrp="1"/>
          </p:cNvSpPr>
          <p:nvPr>
            <p:ph type="sldNum" sz="quarter" idx="12"/>
          </p:nvPr>
        </p:nvSpPr>
        <p:spPr/>
        <p:txBody>
          <a:bodyPr/>
          <a:lstStyle/>
          <a:p>
            <a:fld id="{3BEF391A-14FC-4511-A986-7D6D06603126}" type="slidenum">
              <a:rPr lang="es-ES" smtClean="0"/>
              <a:t>‹Nº›</a:t>
            </a:fld>
            <a:endParaRPr lang="es-ES"/>
          </a:p>
        </p:txBody>
      </p:sp>
    </p:spTree>
    <p:extLst>
      <p:ext uri="{BB962C8B-B14F-4D97-AF65-F5344CB8AC3E}">
        <p14:creationId xmlns:p14="http://schemas.microsoft.com/office/powerpoint/2010/main" val="28839919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B2E4315-5583-4872-9A4C-894731A17528}"/>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F582DEA0-321D-47BD-AFF5-E0DEF75CE78D}"/>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46B8E3E5-57A6-474E-BBF4-8AE2E6E11576}"/>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B66D9D04-98B2-41E3-91D3-2731CC3CE175}"/>
              </a:ext>
            </a:extLst>
          </p:cNvPr>
          <p:cNvSpPr>
            <a:spLocks noGrp="1"/>
          </p:cNvSpPr>
          <p:nvPr>
            <p:ph type="dt" sz="half" idx="10"/>
          </p:nvPr>
        </p:nvSpPr>
        <p:spPr/>
        <p:txBody>
          <a:bodyPr/>
          <a:lstStyle/>
          <a:p>
            <a:fld id="{AAAC630B-5F51-42FA-AEE6-A95DD75EFFF8}" type="datetimeFigureOut">
              <a:rPr lang="es-ES" smtClean="0"/>
              <a:t>16/09/2026</a:t>
            </a:fld>
            <a:endParaRPr lang="es-ES"/>
          </a:p>
        </p:txBody>
      </p:sp>
      <p:sp>
        <p:nvSpPr>
          <p:cNvPr id="6" name="Marcador de pie de página 5">
            <a:extLst>
              <a:ext uri="{FF2B5EF4-FFF2-40B4-BE49-F238E27FC236}">
                <a16:creationId xmlns:a16="http://schemas.microsoft.com/office/drawing/2014/main" id="{97311FA9-5564-44BC-9623-BA1994D5B12A}"/>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0734E489-11F7-42FB-B358-2E9B7FECE38F}"/>
              </a:ext>
            </a:extLst>
          </p:cNvPr>
          <p:cNvSpPr>
            <a:spLocks noGrp="1"/>
          </p:cNvSpPr>
          <p:nvPr>
            <p:ph type="sldNum" sz="quarter" idx="12"/>
          </p:nvPr>
        </p:nvSpPr>
        <p:spPr/>
        <p:txBody>
          <a:bodyPr/>
          <a:lstStyle/>
          <a:p>
            <a:fld id="{3BEF391A-14FC-4511-A986-7D6D06603126}" type="slidenum">
              <a:rPr lang="es-ES" smtClean="0"/>
              <a:t>‹Nº›</a:t>
            </a:fld>
            <a:endParaRPr lang="es-ES"/>
          </a:p>
        </p:txBody>
      </p:sp>
    </p:spTree>
    <p:extLst>
      <p:ext uri="{BB962C8B-B14F-4D97-AF65-F5344CB8AC3E}">
        <p14:creationId xmlns:p14="http://schemas.microsoft.com/office/powerpoint/2010/main" val="29892131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1779FE1-9EBC-4ADA-B155-65EAE23AF462}"/>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5FBFC060-137F-4E80-A93D-13C4A9AA36A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D0DE4563-535B-46C2-ABFB-3A6D446CDD07}"/>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8969A1A2-C0DF-43FC-AA66-F547980F6A6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05470FAA-2FE7-4B37-A919-07E190B76745}"/>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E7EE6C71-CE18-4E82-A687-3D08945951AB}"/>
              </a:ext>
            </a:extLst>
          </p:cNvPr>
          <p:cNvSpPr>
            <a:spLocks noGrp="1"/>
          </p:cNvSpPr>
          <p:nvPr>
            <p:ph type="dt" sz="half" idx="10"/>
          </p:nvPr>
        </p:nvSpPr>
        <p:spPr/>
        <p:txBody>
          <a:bodyPr/>
          <a:lstStyle/>
          <a:p>
            <a:fld id="{AAAC630B-5F51-42FA-AEE6-A95DD75EFFF8}" type="datetimeFigureOut">
              <a:rPr lang="es-ES" smtClean="0"/>
              <a:t>16/09/2026</a:t>
            </a:fld>
            <a:endParaRPr lang="es-ES"/>
          </a:p>
        </p:txBody>
      </p:sp>
      <p:sp>
        <p:nvSpPr>
          <p:cNvPr id="8" name="Marcador de pie de página 7">
            <a:extLst>
              <a:ext uri="{FF2B5EF4-FFF2-40B4-BE49-F238E27FC236}">
                <a16:creationId xmlns:a16="http://schemas.microsoft.com/office/drawing/2014/main" id="{1EEA6BE6-A409-45C2-BD7D-2E83747EB874}"/>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EBB38447-EA91-4DC1-B40D-B5CA44C53E48}"/>
              </a:ext>
            </a:extLst>
          </p:cNvPr>
          <p:cNvSpPr>
            <a:spLocks noGrp="1"/>
          </p:cNvSpPr>
          <p:nvPr>
            <p:ph type="sldNum" sz="quarter" idx="12"/>
          </p:nvPr>
        </p:nvSpPr>
        <p:spPr/>
        <p:txBody>
          <a:bodyPr/>
          <a:lstStyle/>
          <a:p>
            <a:fld id="{3BEF391A-14FC-4511-A986-7D6D06603126}" type="slidenum">
              <a:rPr lang="es-ES" smtClean="0"/>
              <a:t>‹Nº›</a:t>
            </a:fld>
            <a:endParaRPr lang="es-ES"/>
          </a:p>
        </p:txBody>
      </p:sp>
    </p:spTree>
    <p:extLst>
      <p:ext uri="{BB962C8B-B14F-4D97-AF65-F5344CB8AC3E}">
        <p14:creationId xmlns:p14="http://schemas.microsoft.com/office/powerpoint/2010/main" val="19166022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5AF3491-B426-4D62-880F-575D4AF5A649}"/>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5469E73B-3C49-4E9B-A109-69D2AAB97B70}"/>
              </a:ext>
            </a:extLst>
          </p:cNvPr>
          <p:cNvSpPr>
            <a:spLocks noGrp="1"/>
          </p:cNvSpPr>
          <p:nvPr>
            <p:ph type="dt" sz="half" idx="10"/>
          </p:nvPr>
        </p:nvSpPr>
        <p:spPr/>
        <p:txBody>
          <a:bodyPr/>
          <a:lstStyle/>
          <a:p>
            <a:fld id="{AAAC630B-5F51-42FA-AEE6-A95DD75EFFF8}" type="datetimeFigureOut">
              <a:rPr lang="es-ES" smtClean="0"/>
              <a:t>16/09/2026</a:t>
            </a:fld>
            <a:endParaRPr lang="es-ES"/>
          </a:p>
        </p:txBody>
      </p:sp>
      <p:sp>
        <p:nvSpPr>
          <p:cNvPr id="4" name="Marcador de pie de página 3">
            <a:extLst>
              <a:ext uri="{FF2B5EF4-FFF2-40B4-BE49-F238E27FC236}">
                <a16:creationId xmlns:a16="http://schemas.microsoft.com/office/drawing/2014/main" id="{E1422E8F-12AC-4284-9BE9-64A2D94CDDC1}"/>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2C86F751-4CAB-4F7F-A925-C64C1D03CE36}"/>
              </a:ext>
            </a:extLst>
          </p:cNvPr>
          <p:cNvSpPr>
            <a:spLocks noGrp="1"/>
          </p:cNvSpPr>
          <p:nvPr>
            <p:ph type="sldNum" sz="quarter" idx="12"/>
          </p:nvPr>
        </p:nvSpPr>
        <p:spPr/>
        <p:txBody>
          <a:bodyPr/>
          <a:lstStyle/>
          <a:p>
            <a:fld id="{3BEF391A-14FC-4511-A986-7D6D06603126}" type="slidenum">
              <a:rPr lang="es-ES" smtClean="0"/>
              <a:t>‹Nº›</a:t>
            </a:fld>
            <a:endParaRPr lang="es-ES"/>
          </a:p>
        </p:txBody>
      </p:sp>
    </p:spTree>
    <p:extLst>
      <p:ext uri="{BB962C8B-B14F-4D97-AF65-F5344CB8AC3E}">
        <p14:creationId xmlns:p14="http://schemas.microsoft.com/office/powerpoint/2010/main" val="36002277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0A39D37D-6884-4ACD-9228-BEFB961A49E2}"/>
              </a:ext>
            </a:extLst>
          </p:cNvPr>
          <p:cNvSpPr>
            <a:spLocks noGrp="1"/>
          </p:cNvSpPr>
          <p:nvPr>
            <p:ph type="dt" sz="half" idx="10"/>
          </p:nvPr>
        </p:nvSpPr>
        <p:spPr/>
        <p:txBody>
          <a:bodyPr/>
          <a:lstStyle/>
          <a:p>
            <a:fld id="{AAAC630B-5F51-42FA-AEE6-A95DD75EFFF8}" type="datetimeFigureOut">
              <a:rPr lang="es-ES" smtClean="0"/>
              <a:t>16/09/2026</a:t>
            </a:fld>
            <a:endParaRPr lang="es-ES"/>
          </a:p>
        </p:txBody>
      </p:sp>
      <p:sp>
        <p:nvSpPr>
          <p:cNvPr id="3" name="Marcador de pie de página 2">
            <a:extLst>
              <a:ext uri="{FF2B5EF4-FFF2-40B4-BE49-F238E27FC236}">
                <a16:creationId xmlns:a16="http://schemas.microsoft.com/office/drawing/2014/main" id="{B1378016-9F4F-4C02-AB59-4211A0EA9CFE}"/>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008037DE-CBAA-4D0B-B1FE-D1DD3A1B8D99}"/>
              </a:ext>
            </a:extLst>
          </p:cNvPr>
          <p:cNvSpPr>
            <a:spLocks noGrp="1"/>
          </p:cNvSpPr>
          <p:nvPr>
            <p:ph type="sldNum" sz="quarter" idx="12"/>
          </p:nvPr>
        </p:nvSpPr>
        <p:spPr/>
        <p:txBody>
          <a:bodyPr/>
          <a:lstStyle/>
          <a:p>
            <a:fld id="{3BEF391A-14FC-4511-A986-7D6D06603126}" type="slidenum">
              <a:rPr lang="es-ES" smtClean="0"/>
              <a:t>‹Nº›</a:t>
            </a:fld>
            <a:endParaRPr lang="es-ES"/>
          </a:p>
        </p:txBody>
      </p:sp>
    </p:spTree>
    <p:extLst>
      <p:ext uri="{BB962C8B-B14F-4D97-AF65-F5344CB8AC3E}">
        <p14:creationId xmlns:p14="http://schemas.microsoft.com/office/powerpoint/2010/main" val="11012333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07CF027-99D6-444E-A926-7A6B88BE8C6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C1A7D980-2365-4204-BDBF-7CD437AD04B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0E9C155A-C8CF-4131-B4BA-13E6BE9F44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97BFB11E-3C17-4742-9ACB-05D3905F5FD3}"/>
              </a:ext>
            </a:extLst>
          </p:cNvPr>
          <p:cNvSpPr>
            <a:spLocks noGrp="1"/>
          </p:cNvSpPr>
          <p:nvPr>
            <p:ph type="dt" sz="half" idx="10"/>
          </p:nvPr>
        </p:nvSpPr>
        <p:spPr/>
        <p:txBody>
          <a:bodyPr/>
          <a:lstStyle/>
          <a:p>
            <a:fld id="{AAAC630B-5F51-42FA-AEE6-A95DD75EFFF8}" type="datetimeFigureOut">
              <a:rPr lang="es-ES" smtClean="0"/>
              <a:t>16/09/2026</a:t>
            </a:fld>
            <a:endParaRPr lang="es-ES"/>
          </a:p>
        </p:txBody>
      </p:sp>
      <p:sp>
        <p:nvSpPr>
          <p:cNvPr id="6" name="Marcador de pie de página 5">
            <a:extLst>
              <a:ext uri="{FF2B5EF4-FFF2-40B4-BE49-F238E27FC236}">
                <a16:creationId xmlns:a16="http://schemas.microsoft.com/office/drawing/2014/main" id="{ACD2C209-1F47-4B64-8333-500C04DB7065}"/>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BA83AD2F-2256-4E61-96FD-158A32161626}"/>
              </a:ext>
            </a:extLst>
          </p:cNvPr>
          <p:cNvSpPr>
            <a:spLocks noGrp="1"/>
          </p:cNvSpPr>
          <p:nvPr>
            <p:ph type="sldNum" sz="quarter" idx="12"/>
          </p:nvPr>
        </p:nvSpPr>
        <p:spPr/>
        <p:txBody>
          <a:bodyPr/>
          <a:lstStyle/>
          <a:p>
            <a:fld id="{3BEF391A-14FC-4511-A986-7D6D06603126}" type="slidenum">
              <a:rPr lang="es-ES" smtClean="0"/>
              <a:t>‹Nº›</a:t>
            </a:fld>
            <a:endParaRPr lang="es-ES"/>
          </a:p>
        </p:txBody>
      </p:sp>
    </p:spTree>
    <p:extLst>
      <p:ext uri="{BB962C8B-B14F-4D97-AF65-F5344CB8AC3E}">
        <p14:creationId xmlns:p14="http://schemas.microsoft.com/office/powerpoint/2010/main" val="20817884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03CC73-FAAE-40DF-9878-98F85D00CCDA}"/>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F6E9C3DF-02DE-46B3-82B2-1799AC2F1F1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42695EC4-D337-47B9-BBA0-A51B321249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A23B5703-8082-413A-8C1C-387E5547554C}"/>
              </a:ext>
            </a:extLst>
          </p:cNvPr>
          <p:cNvSpPr>
            <a:spLocks noGrp="1"/>
          </p:cNvSpPr>
          <p:nvPr>
            <p:ph type="dt" sz="half" idx="10"/>
          </p:nvPr>
        </p:nvSpPr>
        <p:spPr/>
        <p:txBody>
          <a:bodyPr/>
          <a:lstStyle/>
          <a:p>
            <a:fld id="{AAAC630B-5F51-42FA-AEE6-A95DD75EFFF8}" type="datetimeFigureOut">
              <a:rPr lang="es-ES" smtClean="0"/>
              <a:t>16/09/2026</a:t>
            </a:fld>
            <a:endParaRPr lang="es-ES"/>
          </a:p>
        </p:txBody>
      </p:sp>
      <p:sp>
        <p:nvSpPr>
          <p:cNvPr id="6" name="Marcador de pie de página 5">
            <a:extLst>
              <a:ext uri="{FF2B5EF4-FFF2-40B4-BE49-F238E27FC236}">
                <a16:creationId xmlns:a16="http://schemas.microsoft.com/office/drawing/2014/main" id="{6DE3EC19-2532-4878-8E36-2FB79C380C6D}"/>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787330CD-D95F-4D3D-A646-7D7986697A4B}"/>
              </a:ext>
            </a:extLst>
          </p:cNvPr>
          <p:cNvSpPr>
            <a:spLocks noGrp="1"/>
          </p:cNvSpPr>
          <p:nvPr>
            <p:ph type="sldNum" sz="quarter" idx="12"/>
          </p:nvPr>
        </p:nvSpPr>
        <p:spPr/>
        <p:txBody>
          <a:bodyPr/>
          <a:lstStyle/>
          <a:p>
            <a:fld id="{3BEF391A-14FC-4511-A986-7D6D06603126}" type="slidenum">
              <a:rPr lang="es-ES" smtClean="0"/>
              <a:t>‹Nº›</a:t>
            </a:fld>
            <a:endParaRPr lang="es-ES"/>
          </a:p>
        </p:txBody>
      </p:sp>
    </p:spTree>
    <p:extLst>
      <p:ext uri="{BB962C8B-B14F-4D97-AF65-F5344CB8AC3E}">
        <p14:creationId xmlns:p14="http://schemas.microsoft.com/office/powerpoint/2010/main" val="13839674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B3DC4EF-CFCD-46EC-8A5A-2C50F9D0A13A}"/>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CCEFCEC1-2F5C-4D58-A9CC-53EB8E6D8847}"/>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1A513251-1351-4EC3-88EC-EA33063243BD}"/>
              </a:ext>
            </a:extLst>
          </p:cNvPr>
          <p:cNvSpPr>
            <a:spLocks noGrp="1"/>
          </p:cNvSpPr>
          <p:nvPr>
            <p:ph type="dt" sz="half" idx="10"/>
          </p:nvPr>
        </p:nvSpPr>
        <p:spPr/>
        <p:txBody>
          <a:bodyPr/>
          <a:lstStyle/>
          <a:p>
            <a:fld id="{AAAC630B-5F51-42FA-AEE6-A95DD75EFFF8}" type="datetimeFigureOut">
              <a:rPr lang="es-ES" smtClean="0"/>
              <a:t>16/09/2026</a:t>
            </a:fld>
            <a:endParaRPr lang="es-ES"/>
          </a:p>
        </p:txBody>
      </p:sp>
      <p:sp>
        <p:nvSpPr>
          <p:cNvPr id="5" name="Marcador de pie de página 4">
            <a:extLst>
              <a:ext uri="{FF2B5EF4-FFF2-40B4-BE49-F238E27FC236}">
                <a16:creationId xmlns:a16="http://schemas.microsoft.com/office/drawing/2014/main" id="{6ADFD970-BBC4-4AFA-8586-242BB2435C18}"/>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D8D0C66D-01C0-4788-9A49-A665FD087911}"/>
              </a:ext>
            </a:extLst>
          </p:cNvPr>
          <p:cNvSpPr>
            <a:spLocks noGrp="1"/>
          </p:cNvSpPr>
          <p:nvPr>
            <p:ph type="sldNum" sz="quarter" idx="12"/>
          </p:nvPr>
        </p:nvSpPr>
        <p:spPr/>
        <p:txBody>
          <a:bodyPr/>
          <a:lstStyle/>
          <a:p>
            <a:fld id="{3BEF391A-14FC-4511-A986-7D6D06603126}" type="slidenum">
              <a:rPr lang="es-ES" smtClean="0"/>
              <a:t>‹Nº›</a:t>
            </a:fld>
            <a:endParaRPr lang="es-ES"/>
          </a:p>
        </p:txBody>
      </p:sp>
    </p:spTree>
    <p:extLst>
      <p:ext uri="{BB962C8B-B14F-4D97-AF65-F5344CB8AC3E}">
        <p14:creationId xmlns:p14="http://schemas.microsoft.com/office/powerpoint/2010/main" val="25599098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87C2DFFA-4C42-45AD-AEBE-87CB26A21493}"/>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DFFE4D3E-5732-4228-BE46-40ED6B4CC433}"/>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6709162E-22D8-495A-80FA-95EA7614FDD8}"/>
              </a:ext>
            </a:extLst>
          </p:cNvPr>
          <p:cNvSpPr>
            <a:spLocks noGrp="1"/>
          </p:cNvSpPr>
          <p:nvPr>
            <p:ph type="dt" sz="half" idx="10"/>
          </p:nvPr>
        </p:nvSpPr>
        <p:spPr/>
        <p:txBody>
          <a:bodyPr/>
          <a:lstStyle/>
          <a:p>
            <a:fld id="{AAAC630B-5F51-42FA-AEE6-A95DD75EFFF8}" type="datetimeFigureOut">
              <a:rPr lang="es-ES" smtClean="0"/>
              <a:t>16/09/2026</a:t>
            </a:fld>
            <a:endParaRPr lang="es-ES"/>
          </a:p>
        </p:txBody>
      </p:sp>
      <p:sp>
        <p:nvSpPr>
          <p:cNvPr id="5" name="Marcador de pie de página 4">
            <a:extLst>
              <a:ext uri="{FF2B5EF4-FFF2-40B4-BE49-F238E27FC236}">
                <a16:creationId xmlns:a16="http://schemas.microsoft.com/office/drawing/2014/main" id="{9A72F5F9-528D-4094-B30A-DAA35F90A067}"/>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85437A3A-75C7-467C-9005-0A64AB0711C1}"/>
              </a:ext>
            </a:extLst>
          </p:cNvPr>
          <p:cNvSpPr>
            <a:spLocks noGrp="1"/>
          </p:cNvSpPr>
          <p:nvPr>
            <p:ph type="sldNum" sz="quarter" idx="12"/>
          </p:nvPr>
        </p:nvSpPr>
        <p:spPr/>
        <p:txBody>
          <a:bodyPr/>
          <a:lstStyle/>
          <a:p>
            <a:fld id="{3BEF391A-14FC-4511-A986-7D6D06603126}" type="slidenum">
              <a:rPr lang="es-ES" smtClean="0"/>
              <a:t>‹Nº›</a:t>
            </a:fld>
            <a:endParaRPr lang="es-ES"/>
          </a:p>
        </p:txBody>
      </p:sp>
    </p:spTree>
    <p:extLst>
      <p:ext uri="{BB962C8B-B14F-4D97-AF65-F5344CB8AC3E}">
        <p14:creationId xmlns:p14="http://schemas.microsoft.com/office/powerpoint/2010/main" val="37980149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675754F3-33FA-430E-BF11-9D808086143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EE8523BC-AC78-40FB-9F63-2700E35FB95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B67E6289-DE03-482C-96AE-CB0C3B7ACF3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AAC630B-5F51-42FA-AEE6-A95DD75EFFF8}" type="datetimeFigureOut">
              <a:rPr lang="es-ES" smtClean="0"/>
              <a:t>16/09/2026</a:t>
            </a:fld>
            <a:endParaRPr lang="es-ES"/>
          </a:p>
        </p:txBody>
      </p:sp>
      <p:sp>
        <p:nvSpPr>
          <p:cNvPr id="5" name="Marcador de pie de página 4">
            <a:extLst>
              <a:ext uri="{FF2B5EF4-FFF2-40B4-BE49-F238E27FC236}">
                <a16:creationId xmlns:a16="http://schemas.microsoft.com/office/drawing/2014/main" id="{87D42048-672B-45ED-BA33-2948443E364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a:extLst>
              <a:ext uri="{FF2B5EF4-FFF2-40B4-BE49-F238E27FC236}">
                <a16:creationId xmlns:a16="http://schemas.microsoft.com/office/drawing/2014/main" id="{73CAD07C-57BE-4687-BFA3-1C2B85BA843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BEF391A-14FC-4511-A986-7D6D06603126}" type="slidenum">
              <a:rPr lang="es-ES" smtClean="0"/>
              <a:t>‹Nº›</a:t>
            </a:fld>
            <a:endParaRPr lang="es-ES"/>
          </a:p>
        </p:txBody>
      </p:sp>
    </p:spTree>
    <p:extLst>
      <p:ext uri="{BB962C8B-B14F-4D97-AF65-F5344CB8AC3E}">
        <p14:creationId xmlns:p14="http://schemas.microsoft.com/office/powerpoint/2010/main" val="38110388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BE9B1E68-C643-4CEB-A07F-5916F3A8A8F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2921000" y="381000"/>
            <a:ext cx="6350000" cy="4762500"/>
          </a:xfrm>
          <a:prstGeom prst="rect">
            <a:avLst/>
          </a:prstGeom>
          <a:ln w="38100">
            <a:solidFill>
              <a:schemeClr val="tx1"/>
            </a:solidFill>
          </a:ln>
        </p:spPr>
      </p:pic>
      <p:sp>
        <p:nvSpPr>
          <p:cNvPr id="4" name="Rectángulo: esquinas redondeadas 3">
            <a:hlinkClick r:id="" action="ppaction://hlinkshowjump?jump=nextslide"/>
            <a:extLst>
              <a:ext uri="{FF2B5EF4-FFF2-40B4-BE49-F238E27FC236}">
                <a16:creationId xmlns:a16="http://schemas.microsoft.com/office/drawing/2014/main" id="{1EC91FD9-57C4-451A-84DF-BF0ED819B7E3}"/>
              </a:ext>
            </a:extLst>
          </p:cNvPr>
          <p:cNvSpPr/>
          <p:nvPr/>
        </p:nvSpPr>
        <p:spPr>
          <a:xfrm>
            <a:off x="4572000" y="5461000"/>
            <a:ext cx="3048000" cy="698500"/>
          </a:xfrm>
          <a:prstGeom prst="roundRect">
            <a:avLst/>
          </a:prstGeom>
          <a:solidFill>
            <a:srgbClr val="D4AF3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b="1">
                <a:solidFill>
                  <a:srgbClr val="233241"/>
                </a:solidFill>
                <a:latin typeface="Segoe UI" panose="020B0502040204020203" pitchFamily="34" charset="0"/>
              </a:rPr>
              <a:t>ABRIR CUENTO -&gt;</a:t>
            </a:r>
          </a:p>
        </p:txBody>
      </p:sp>
    </p:spTree>
    <p:extLst>
      <p:ext uri="{BB962C8B-B14F-4D97-AF65-F5344CB8AC3E}">
        <p14:creationId xmlns:p14="http://schemas.microsoft.com/office/powerpoint/2010/main" val="25653040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03E6547D-B469-454C-9850-39BC4CA95CC8}"/>
              </a:ext>
            </a:extLst>
          </p:cNvPr>
          <p:cNvSpPr/>
          <p:nvPr/>
        </p:nvSpPr>
        <p:spPr>
          <a:xfrm>
            <a:off x="508000" y="381000"/>
            <a:ext cx="5461000" cy="5588000"/>
          </a:xfrm>
          <a:prstGeom prst="rect">
            <a:avLst/>
          </a:prstGeom>
          <a:solidFill>
            <a:srgbClr val="FCFAF5"/>
          </a:solidFill>
          <a:ln w="12700">
            <a:solidFill>
              <a:srgbClr val="C8C3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Rectángulo 2">
            <a:extLst>
              <a:ext uri="{FF2B5EF4-FFF2-40B4-BE49-F238E27FC236}">
                <a16:creationId xmlns:a16="http://schemas.microsoft.com/office/drawing/2014/main" id="{C444ED68-D01C-4691-B3BD-7FFEF5A5FA27}"/>
              </a:ext>
            </a:extLst>
          </p:cNvPr>
          <p:cNvSpPr/>
          <p:nvPr/>
        </p:nvSpPr>
        <p:spPr>
          <a:xfrm>
            <a:off x="6223000" y="381000"/>
            <a:ext cx="5461000" cy="5588000"/>
          </a:xfrm>
          <a:prstGeom prst="rect">
            <a:avLst/>
          </a:prstGeom>
          <a:solidFill>
            <a:srgbClr val="FCFAF5"/>
          </a:solidFill>
          <a:ln w="12700">
            <a:solidFill>
              <a:srgbClr val="C8C3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Rectángulo 3">
            <a:extLst>
              <a:ext uri="{FF2B5EF4-FFF2-40B4-BE49-F238E27FC236}">
                <a16:creationId xmlns:a16="http://schemas.microsoft.com/office/drawing/2014/main" id="{B94A587C-008E-440F-B5C2-C7075832A777}"/>
              </a:ext>
            </a:extLst>
          </p:cNvPr>
          <p:cNvSpPr/>
          <p:nvPr/>
        </p:nvSpPr>
        <p:spPr>
          <a:xfrm>
            <a:off x="5905500" y="381000"/>
            <a:ext cx="381000" cy="5588000"/>
          </a:xfrm>
          <a:prstGeom prst="rect">
            <a:avLst/>
          </a:prstGeom>
          <a:solidFill>
            <a:srgbClr val="D2CDC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CuadroTexto 4">
            <a:extLst>
              <a:ext uri="{FF2B5EF4-FFF2-40B4-BE49-F238E27FC236}">
                <a16:creationId xmlns:a16="http://schemas.microsoft.com/office/drawing/2014/main" id="{6C408611-DCC5-4A5C-BAA6-F56D83B5259C}"/>
              </a:ext>
            </a:extLst>
          </p:cNvPr>
          <p:cNvSpPr txBox="1"/>
          <p:nvPr/>
        </p:nvSpPr>
        <p:spPr>
          <a:xfrm>
            <a:off x="762000" y="571500"/>
            <a:ext cx="4953000" cy="369332"/>
          </a:xfrm>
          <a:prstGeom prst="rect">
            <a:avLst/>
          </a:prstGeom>
          <a:noFill/>
        </p:spPr>
        <p:txBody>
          <a:bodyPr vert="horz" rtlCol="0">
            <a:spAutoFit/>
          </a:bodyPr>
          <a:lstStyle/>
          <a:p>
            <a:r>
              <a:rPr lang="es-ES" b="1">
                <a:solidFill>
                  <a:srgbClr val="233241"/>
                </a:solidFill>
                <a:latin typeface="Georgia" panose="02040502050405020303" pitchFamily="18" charset="0"/>
              </a:rPr>
              <a:t>El Osito Tito y su Pelota Roja</a:t>
            </a:r>
          </a:p>
        </p:txBody>
      </p:sp>
      <p:sp>
        <p:nvSpPr>
          <p:cNvPr id="6" name="CuadroTexto 5">
            <a:extLst>
              <a:ext uri="{FF2B5EF4-FFF2-40B4-BE49-F238E27FC236}">
                <a16:creationId xmlns:a16="http://schemas.microsoft.com/office/drawing/2014/main" id="{FA1094FA-B947-4914-ABB6-470C9EBCF9E4}"/>
              </a:ext>
            </a:extLst>
          </p:cNvPr>
          <p:cNvSpPr txBox="1"/>
          <p:nvPr/>
        </p:nvSpPr>
        <p:spPr>
          <a:xfrm>
            <a:off x="762000" y="1079500"/>
            <a:ext cx="4953000" cy="2677656"/>
          </a:xfrm>
          <a:prstGeom prst="rect">
            <a:avLst/>
          </a:prstGeom>
          <a:noFill/>
        </p:spPr>
        <p:txBody>
          <a:bodyPr vert="horz" wrap="square" rtlCol="0">
            <a:spAutoFit/>
          </a:bodyPr>
          <a:lstStyle/>
          <a:p>
            <a:r>
              <a:rPr lang="es-ES" sz="1200">
                <a:solidFill>
                  <a:srgbClr val="2D2D2D"/>
                </a:solidFill>
                <a:latin typeface="Segoe UI" panose="020B0502040204020203" pitchFamily="34" charset="0"/>
              </a:rPr>
              <a:t>Personajes y Escenario:
- Osito Tito (curioso y juguetón)
- Mamá Osa (amorosa y paciente)
- Ardilla Pilla (amiga del jardín)
Escenario: La habitación de Tito y el bosque mágico.
(Inicio)
Antes de que saliera el sol brillante, el Osito Tito se despertó con muchas ganas de jugar. Quería llevar su pelota roja fuera de la casa para jugar en el jardín, pero no la encontraba por ningún lado.
Tito buscó dentro de su baúl de juguetes, sacando carritos y bloques de colores, pero la pelota no estaba allí.</a:t>
            </a:r>
          </a:p>
        </p:txBody>
      </p:sp>
      <p:sp>
        <p:nvSpPr>
          <p:cNvPr id="7" name="CuadroTexto 6">
            <a:extLst>
              <a:ext uri="{FF2B5EF4-FFF2-40B4-BE49-F238E27FC236}">
                <a16:creationId xmlns:a16="http://schemas.microsoft.com/office/drawing/2014/main" id="{EC1473CB-53CB-43C4-9DBD-54C2FBB6A6A3}"/>
              </a:ext>
            </a:extLst>
          </p:cNvPr>
          <p:cNvSpPr txBox="1"/>
          <p:nvPr/>
        </p:nvSpPr>
        <p:spPr>
          <a:xfrm>
            <a:off x="762000" y="5461000"/>
            <a:ext cx="762000" cy="261610"/>
          </a:xfrm>
          <a:prstGeom prst="rect">
            <a:avLst/>
          </a:prstGeom>
          <a:noFill/>
        </p:spPr>
        <p:txBody>
          <a:bodyPr vert="horz" rtlCol="0">
            <a:spAutoFit/>
          </a:bodyPr>
          <a:lstStyle/>
          <a:p>
            <a:r>
              <a:rPr lang="es-ES" sz="1100">
                <a:solidFill>
                  <a:srgbClr val="969696"/>
                </a:solidFill>
                <a:latin typeface="Calibri" panose="020F0502020204030204" pitchFamily="34" charset="0"/>
              </a:rPr>
              <a:t>Pag. 1</a:t>
            </a:r>
          </a:p>
        </p:txBody>
      </p:sp>
      <p:sp>
        <p:nvSpPr>
          <p:cNvPr id="8" name="CuadroTexto 7">
            <a:extLst>
              <a:ext uri="{FF2B5EF4-FFF2-40B4-BE49-F238E27FC236}">
                <a16:creationId xmlns:a16="http://schemas.microsoft.com/office/drawing/2014/main" id="{8E43F7B2-1467-420B-AD9E-C8C977C59C53}"/>
              </a:ext>
            </a:extLst>
          </p:cNvPr>
          <p:cNvSpPr txBox="1"/>
          <p:nvPr/>
        </p:nvSpPr>
        <p:spPr>
          <a:xfrm>
            <a:off x="6477000" y="571500"/>
            <a:ext cx="4953000" cy="369332"/>
          </a:xfrm>
          <a:prstGeom prst="rect">
            <a:avLst/>
          </a:prstGeom>
          <a:noFill/>
        </p:spPr>
        <p:txBody>
          <a:bodyPr vert="horz" rtlCol="0">
            <a:spAutoFit/>
          </a:bodyPr>
          <a:lstStyle/>
          <a:p>
            <a:r>
              <a:rPr lang="es-ES" b="1">
                <a:solidFill>
                  <a:srgbClr val="233241"/>
                </a:solidFill>
                <a:latin typeface="Georgia" panose="02040502050405020303" pitchFamily="18" charset="0"/>
              </a:rPr>
              <a:t>La Búsqueda en la Habitación</a:t>
            </a:r>
          </a:p>
        </p:txBody>
      </p:sp>
      <p:sp>
        <p:nvSpPr>
          <p:cNvPr id="9" name="CuadroTexto 8">
            <a:extLst>
              <a:ext uri="{FF2B5EF4-FFF2-40B4-BE49-F238E27FC236}">
                <a16:creationId xmlns:a16="http://schemas.microsoft.com/office/drawing/2014/main" id="{1D1C4974-DAA9-4CE6-8225-E2D119F51D86}"/>
              </a:ext>
            </a:extLst>
          </p:cNvPr>
          <p:cNvSpPr txBox="1"/>
          <p:nvPr/>
        </p:nvSpPr>
        <p:spPr>
          <a:xfrm>
            <a:off x="6477000" y="1079500"/>
            <a:ext cx="4953000" cy="1569660"/>
          </a:xfrm>
          <a:prstGeom prst="rect">
            <a:avLst/>
          </a:prstGeom>
          <a:noFill/>
        </p:spPr>
        <p:txBody>
          <a:bodyPr vert="horz" wrap="square" rtlCol="0">
            <a:spAutoFit/>
          </a:bodyPr>
          <a:lstStyle/>
          <a:p>
            <a:r>
              <a:rPr lang="es-ES" sz="1200">
                <a:solidFill>
                  <a:srgbClr val="2D2D2D"/>
                </a:solidFill>
                <a:latin typeface="Segoe UI" panose="020B0502040204020203" pitchFamily="34" charset="0"/>
              </a:rPr>
              <a:t>(Desarrollo)
Mamá Osa entró a la habitación y le dijo: Tito, busca bien. Quizás está arriba, sobre la repisa de los cuentos.
Tito se estiró de puntillas y miró, pero solo vio sus libros. Luego, se agachó y miró abajo, debajo de su camita, pero solo encontró un viejo calcetín.</a:t>
            </a:r>
          </a:p>
        </p:txBody>
      </p:sp>
      <p:pic>
        <p:nvPicPr>
          <p:cNvPr id="11" name="Imagen 10">
            <a:extLst>
              <a:ext uri="{FF2B5EF4-FFF2-40B4-BE49-F238E27FC236}">
                <a16:creationId xmlns:a16="http://schemas.microsoft.com/office/drawing/2014/main" id="{203FCFB5-C7D0-416F-B777-D46B2C0449CC}"/>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6794500" y="3238500"/>
            <a:ext cx="4318000" cy="2159000"/>
          </a:xfrm>
          <a:prstGeom prst="rect">
            <a:avLst/>
          </a:prstGeom>
          <a:ln w="12700">
            <a:solidFill>
              <a:schemeClr val="tx1"/>
            </a:solidFill>
          </a:ln>
        </p:spPr>
      </p:pic>
      <p:sp>
        <p:nvSpPr>
          <p:cNvPr id="12" name="CuadroTexto 11">
            <a:extLst>
              <a:ext uri="{FF2B5EF4-FFF2-40B4-BE49-F238E27FC236}">
                <a16:creationId xmlns:a16="http://schemas.microsoft.com/office/drawing/2014/main" id="{D9C64276-5593-4A4D-A4D4-505F752729C4}"/>
              </a:ext>
            </a:extLst>
          </p:cNvPr>
          <p:cNvSpPr txBox="1"/>
          <p:nvPr/>
        </p:nvSpPr>
        <p:spPr>
          <a:xfrm>
            <a:off x="10668000" y="5461000"/>
            <a:ext cx="762000" cy="261610"/>
          </a:xfrm>
          <a:prstGeom prst="rect">
            <a:avLst/>
          </a:prstGeom>
          <a:noFill/>
        </p:spPr>
        <p:txBody>
          <a:bodyPr vert="horz" rtlCol="0">
            <a:spAutoFit/>
          </a:bodyPr>
          <a:lstStyle/>
          <a:p>
            <a:pPr algn="r"/>
            <a:r>
              <a:rPr lang="es-ES" sz="1100">
                <a:solidFill>
                  <a:srgbClr val="969696"/>
                </a:solidFill>
                <a:latin typeface="Calibri" panose="020F0502020204030204" pitchFamily="34" charset="0"/>
              </a:rPr>
              <a:t>Pag. 2</a:t>
            </a:r>
          </a:p>
        </p:txBody>
      </p:sp>
      <p:sp>
        <p:nvSpPr>
          <p:cNvPr id="13" name="Rectángulo: esquinas redondeadas 12">
            <a:hlinkClick r:id="" action="ppaction://hlinkshowjump?jump=previousslide"/>
            <a:extLst>
              <a:ext uri="{FF2B5EF4-FFF2-40B4-BE49-F238E27FC236}">
                <a16:creationId xmlns:a16="http://schemas.microsoft.com/office/drawing/2014/main" id="{EA3DEB1A-F239-476C-BC72-7A105DCE938F}"/>
              </a:ext>
            </a:extLst>
          </p:cNvPr>
          <p:cNvSpPr/>
          <p:nvPr/>
        </p:nvSpPr>
        <p:spPr>
          <a:xfrm>
            <a:off x="762000" y="6159500"/>
            <a:ext cx="1841500" cy="444500"/>
          </a:xfrm>
          <a:prstGeom prst="roundRect">
            <a:avLst/>
          </a:prstGeom>
          <a:solidFill>
            <a:srgbClr val="C0392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200" b="1">
                <a:solidFill>
                  <a:srgbClr val="FFFFFF"/>
                </a:solidFill>
                <a:latin typeface="Segoe UI" panose="020B0502040204020203" pitchFamily="34" charset="0"/>
              </a:rPr>
              <a:t>&lt; Pag. Anterior</a:t>
            </a:r>
          </a:p>
        </p:txBody>
      </p:sp>
      <p:sp>
        <p:nvSpPr>
          <p:cNvPr id="14" name="Rectángulo: esquinas redondeadas 13">
            <a:hlinkClick r:id="" action="ppaction://hlinkshowjump?jump=firstslide"/>
            <a:extLst>
              <a:ext uri="{FF2B5EF4-FFF2-40B4-BE49-F238E27FC236}">
                <a16:creationId xmlns:a16="http://schemas.microsoft.com/office/drawing/2014/main" id="{6742DDDF-5503-4D4A-8E89-DC32CD90FB75}"/>
              </a:ext>
            </a:extLst>
          </p:cNvPr>
          <p:cNvSpPr/>
          <p:nvPr/>
        </p:nvSpPr>
        <p:spPr>
          <a:xfrm>
            <a:off x="5334000" y="6159500"/>
            <a:ext cx="1524000" cy="444500"/>
          </a:xfrm>
          <a:prstGeom prst="roundRect">
            <a:avLst/>
          </a:prstGeom>
          <a:solidFill>
            <a:srgbClr val="2980B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200" b="1">
                <a:solidFill>
                  <a:srgbClr val="FFFFFF"/>
                </a:solidFill>
                <a:latin typeface="Segoe UI" panose="020B0502040204020203" pitchFamily="34" charset="0"/>
              </a:rPr>
              <a:t>Portada</a:t>
            </a:r>
          </a:p>
        </p:txBody>
      </p:sp>
      <p:sp>
        <p:nvSpPr>
          <p:cNvPr id="15" name="Rectángulo: esquinas redondeadas 14">
            <a:hlinkClick r:id="" action="ppaction://hlinkshowjump?jump=nextslide"/>
            <a:extLst>
              <a:ext uri="{FF2B5EF4-FFF2-40B4-BE49-F238E27FC236}">
                <a16:creationId xmlns:a16="http://schemas.microsoft.com/office/drawing/2014/main" id="{531A1050-5575-4758-9258-F855518CD341}"/>
              </a:ext>
            </a:extLst>
          </p:cNvPr>
          <p:cNvSpPr/>
          <p:nvPr/>
        </p:nvSpPr>
        <p:spPr>
          <a:xfrm>
            <a:off x="9588500" y="6159500"/>
            <a:ext cx="1841500" cy="444500"/>
          </a:xfrm>
          <a:prstGeom prst="roundRect">
            <a:avLst/>
          </a:prstGeom>
          <a:solidFill>
            <a:srgbClr val="27AE6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200" b="1">
                <a:solidFill>
                  <a:srgbClr val="FFFFFF"/>
                </a:solidFill>
                <a:latin typeface="Segoe UI" panose="020B0502040204020203" pitchFamily="34" charset="0"/>
              </a:rPr>
              <a:t>Pag. Siguiente &gt;</a:t>
            </a:r>
          </a:p>
        </p:txBody>
      </p:sp>
    </p:spTree>
    <p:extLst>
      <p:ext uri="{BB962C8B-B14F-4D97-AF65-F5344CB8AC3E}">
        <p14:creationId xmlns:p14="http://schemas.microsoft.com/office/powerpoint/2010/main" val="3743163982"/>
      </p:ext>
    </p:extLst>
  </p:cSld>
  <p:clrMapOvr>
    <a:masterClrMapping/>
  </p:clrMapOvr>
  <mc:AlternateContent xmlns:mc="http://schemas.openxmlformats.org/markup-compatibility/2006">
    <mc:Choice xmlns:p14="http://schemas.microsoft.com/office/powerpoint/2010/main" Requires="p14">
      <p:transition spd="slow" p14:dur="2000">
        <p:blinds/>
      </p:transition>
    </mc:Choice>
    <mc:Fallback>
      <p:transition spd="slow">
        <p:blind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3EB7AECE-0FB8-40F6-AC96-B2607415F47A}"/>
              </a:ext>
            </a:extLst>
          </p:cNvPr>
          <p:cNvSpPr/>
          <p:nvPr/>
        </p:nvSpPr>
        <p:spPr>
          <a:xfrm>
            <a:off x="508000" y="381000"/>
            <a:ext cx="5461000" cy="5588000"/>
          </a:xfrm>
          <a:prstGeom prst="rect">
            <a:avLst/>
          </a:prstGeom>
          <a:solidFill>
            <a:srgbClr val="FCFAF5"/>
          </a:solidFill>
          <a:ln w="12700">
            <a:solidFill>
              <a:srgbClr val="C8C3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Rectángulo 2">
            <a:extLst>
              <a:ext uri="{FF2B5EF4-FFF2-40B4-BE49-F238E27FC236}">
                <a16:creationId xmlns:a16="http://schemas.microsoft.com/office/drawing/2014/main" id="{0FE80B32-11BE-453A-8FAE-1EDC2ED2F292}"/>
              </a:ext>
            </a:extLst>
          </p:cNvPr>
          <p:cNvSpPr/>
          <p:nvPr/>
        </p:nvSpPr>
        <p:spPr>
          <a:xfrm>
            <a:off x="6223000" y="381000"/>
            <a:ext cx="5461000" cy="5588000"/>
          </a:xfrm>
          <a:prstGeom prst="rect">
            <a:avLst/>
          </a:prstGeom>
          <a:solidFill>
            <a:srgbClr val="FCFAF5"/>
          </a:solidFill>
          <a:ln w="12700">
            <a:solidFill>
              <a:srgbClr val="C8C3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Rectángulo 3">
            <a:extLst>
              <a:ext uri="{FF2B5EF4-FFF2-40B4-BE49-F238E27FC236}">
                <a16:creationId xmlns:a16="http://schemas.microsoft.com/office/drawing/2014/main" id="{6F2048AF-97E2-4525-A3E1-0A3E6F9737CA}"/>
              </a:ext>
            </a:extLst>
          </p:cNvPr>
          <p:cNvSpPr/>
          <p:nvPr/>
        </p:nvSpPr>
        <p:spPr>
          <a:xfrm>
            <a:off x="5905500" y="381000"/>
            <a:ext cx="381000" cy="5588000"/>
          </a:xfrm>
          <a:prstGeom prst="rect">
            <a:avLst/>
          </a:prstGeom>
          <a:solidFill>
            <a:srgbClr val="D2CDC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CuadroTexto 4">
            <a:extLst>
              <a:ext uri="{FF2B5EF4-FFF2-40B4-BE49-F238E27FC236}">
                <a16:creationId xmlns:a16="http://schemas.microsoft.com/office/drawing/2014/main" id="{A4F02B73-126F-412D-86F3-F230BFAC077D}"/>
              </a:ext>
            </a:extLst>
          </p:cNvPr>
          <p:cNvSpPr txBox="1"/>
          <p:nvPr/>
        </p:nvSpPr>
        <p:spPr>
          <a:xfrm>
            <a:off x="762000" y="571500"/>
            <a:ext cx="4953000" cy="369332"/>
          </a:xfrm>
          <a:prstGeom prst="rect">
            <a:avLst/>
          </a:prstGeom>
          <a:noFill/>
        </p:spPr>
        <p:txBody>
          <a:bodyPr vert="horz" rtlCol="0">
            <a:spAutoFit/>
          </a:bodyPr>
          <a:lstStyle/>
          <a:p>
            <a:r>
              <a:rPr lang="es-ES" b="1">
                <a:solidFill>
                  <a:srgbClr val="233241"/>
                </a:solidFill>
                <a:latin typeface="Georgia" panose="02040502050405020303" pitchFamily="18" charset="0"/>
              </a:rPr>
              <a:t>Encuentro con la Ardilla Pilla</a:t>
            </a:r>
          </a:p>
        </p:txBody>
      </p:sp>
      <p:sp>
        <p:nvSpPr>
          <p:cNvPr id="6" name="CuadroTexto 5">
            <a:extLst>
              <a:ext uri="{FF2B5EF4-FFF2-40B4-BE49-F238E27FC236}">
                <a16:creationId xmlns:a16="http://schemas.microsoft.com/office/drawing/2014/main" id="{1EB2FB7D-14F2-49BE-B04B-89A4670C9ABB}"/>
              </a:ext>
            </a:extLst>
          </p:cNvPr>
          <p:cNvSpPr txBox="1"/>
          <p:nvPr/>
        </p:nvSpPr>
        <p:spPr>
          <a:xfrm>
            <a:off x="762000" y="1079500"/>
            <a:ext cx="4953000" cy="1938992"/>
          </a:xfrm>
          <a:prstGeom prst="rect">
            <a:avLst/>
          </a:prstGeom>
          <a:noFill/>
        </p:spPr>
        <p:txBody>
          <a:bodyPr vert="horz" wrap="square" rtlCol="0">
            <a:spAutoFit/>
          </a:bodyPr>
          <a:lstStyle/>
          <a:p>
            <a:r>
              <a:rPr lang="es-ES" sz="1200">
                <a:solidFill>
                  <a:srgbClr val="2D2D2D"/>
                </a:solidFill>
                <a:latin typeface="Segoe UI" panose="020B0502040204020203" pitchFamily="34" charset="0"/>
              </a:rPr>
              <a:t>Tito salió al jardín. Su amiga, la Ardilla Pilla, estaba muy cerca de la puerta comiendo una nuez.
- Has visto mi pelota roja? - preguntó Tito.
La Ardilla Pilla señaló con su patita hacia un árbol grande que estaba muy lejos, al final del jardín: La vi rodar hasta allá.
Tito corrió rápidamente. ¡Y dio un gran salto de alegría al verla entre las raíces del árbol!</a:t>
            </a:r>
          </a:p>
        </p:txBody>
      </p:sp>
      <p:pic>
        <p:nvPicPr>
          <p:cNvPr id="8" name="Imagen 7">
            <a:extLst>
              <a:ext uri="{FF2B5EF4-FFF2-40B4-BE49-F238E27FC236}">
                <a16:creationId xmlns:a16="http://schemas.microsoft.com/office/drawing/2014/main" id="{3D48A102-5E8C-4ACA-9788-B057DA56DD56}"/>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1079500" y="3238500"/>
            <a:ext cx="4318000" cy="2159000"/>
          </a:xfrm>
          <a:prstGeom prst="rect">
            <a:avLst/>
          </a:prstGeom>
          <a:ln w="12700">
            <a:solidFill>
              <a:schemeClr val="tx1"/>
            </a:solidFill>
          </a:ln>
        </p:spPr>
      </p:pic>
      <p:sp>
        <p:nvSpPr>
          <p:cNvPr id="9" name="CuadroTexto 8">
            <a:extLst>
              <a:ext uri="{FF2B5EF4-FFF2-40B4-BE49-F238E27FC236}">
                <a16:creationId xmlns:a16="http://schemas.microsoft.com/office/drawing/2014/main" id="{A31EFBFE-56E2-4B38-A4D2-051CF50B23BB}"/>
              </a:ext>
            </a:extLst>
          </p:cNvPr>
          <p:cNvSpPr txBox="1"/>
          <p:nvPr/>
        </p:nvSpPr>
        <p:spPr>
          <a:xfrm>
            <a:off x="762000" y="5461000"/>
            <a:ext cx="762000" cy="261610"/>
          </a:xfrm>
          <a:prstGeom prst="rect">
            <a:avLst/>
          </a:prstGeom>
          <a:noFill/>
        </p:spPr>
        <p:txBody>
          <a:bodyPr vert="horz" rtlCol="0">
            <a:spAutoFit/>
          </a:bodyPr>
          <a:lstStyle/>
          <a:p>
            <a:r>
              <a:rPr lang="es-ES" sz="1100">
                <a:solidFill>
                  <a:srgbClr val="969696"/>
                </a:solidFill>
                <a:latin typeface="Calibri" panose="020F0502020204030204" pitchFamily="34" charset="0"/>
              </a:rPr>
              <a:t>Pag. 3</a:t>
            </a:r>
          </a:p>
        </p:txBody>
      </p:sp>
      <p:sp>
        <p:nvSpPr>
          <p:cNvPr id="10" name="CuadroTexto 9">
            <a:extLst>
              <a:ext uri="{FF2B5EF4-FFF2-40B4-BE49-F238E27FC236}">
                <a16:creationId xmlns:a16="http://schemas.microsoft.com/office/drawing/2014/main" id="{501017C6-920C-40FF-8D0E-14CF2481DC0F}"/>
              </a:ext>
            </a:extLst>
          </p:cNvPr>
          <p:cNvSpPr txBox="1"/>
          <p:nvPr/>
        </p:nvSpPr>
        <p:spPr>
          <a:xfrm>
            <a:off x="6477000" y="571500"/>
            <a:ext cx="4953000" cy="369332"/>
          </a:xfrm>
          <a:prstGeom prst="rect">
            <a:avLst/>
          </a:prstGeom>
          <a:noFill/>
        </p:spPr>
        <p:txBody>
          <a:bodyPr vert="horz" rtlCol="0">
            <a:spAutoFit/>
          </a:bodyPr>
          <a:lstStyle/>
          <a:p>
            <a:r>
              <a:rPr lang="es-ES" b="1">
                <a:solidFill>
                  <a:srgbClr val="233241"/>
                </a:solidFill>
                <a:latin typeface="Georgia" panose="02040502050405020303" pitchFamily="18" charset="0"/>
              </a:rPr>
              <a:t>Final Feliz y Hora de Dormir</a:t>
            </a:r>
          </a:p>
        </p:txBody>
      </p:sp>
      <p:sp>
        <p:nvSpPr>
          <p:cNvPr id="11" name="CuadroTexto 10">
            <a:extLst>
              <a:ext uri="{FF2B5EF4-FFF2-40B4-BE49-F238E27FC236}">
                <a16:creationId xmlns:a16="http://schemas.microsoft.com/office/drawing/2014/main" id="{AC5E4C29-382D-4757-9A75-B07F9D60F017}"/>
              </a:ext>
            </a:extLst>
          </p:cNvPr>
          <p:cNvSpPr txBox="1"/>
          <p:nvPr/>
        </p:nvSpPr>
        <p:spPr>
          <a:xfrm>
            <a:off x="6477000" y="1079500"/>
            <a:ext cx="4953000" cy="1754326"/>
          </a:xfrm>
          <a:prstGeom prst="rect">
            <a:avLst/>
          </a:prstGeom>
          <a:noFill/>
        </p:spPr>
        <p:txBody>
          <a:bodyPr vert="horz" wrap="square" rtlCol="0">
            <a:spAutoFit/>
          </a:bodyPr>
          <a:lstStyle/>
          <a:p>
            <a:r>
              <a:rPr lang="es-ES" sz="1200">
                <a:solidFill>
                  <a:srgbClr val="2D2D2D"/>
                </a:solidFill>
                <a:latin typeface="Segoe UI" panose="020B0502040204020203" pitchFamily="34" charset="0"/>
              </a:rPr>
              <a:t>(Cierre)
Tito regresó muy feliz a su casa. Después de jugar toda la tarde con la Ardilla Pilla, decidió guardar su pelota dentro de una caja especial para no volver a perderla.
Mamá Osa le dio un abrazo muy fuerte, lo arropó en su cama y le susurró: Mañana será un nuevo día para más aventuras. Tito cerró los ojos y se durmió feliz.</a:t>
            </a:r>
          </a:p>
        </p:txBody>
      </p:sp>
      <p:pic>
        <p:nvPicPr>
          <p:cNvPr id="13" name="Imagen 12">
            <a:extLst>
              <a:ext uri="{FF2B5EF4-FFF2-40B4-BE49-F238E27FC236}">
                <a16:creationId xmlns:a16="http://schemas.microsoft.com/office/drawing/2014/main" id="{59AD0478-959A-4261-B69C-815F1F5F5A6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794500" y="3238500"/>
            <a:ext cx="4318000" cy="2159000"/>
          </a:xfrm>
          <a:prstGeom prst="rect">
            <a:avLst/>
          </a:prstGeom>
          <a:ln w="12700">
            <a:solidFill>
              <a:schemeClr val="tx1"/>
            </a:solidFill>
          </a:ln>
        </p:spPr>
      </p:pic>
      <p:sp>
        <p:nvSpPr>
          <p:cNvPr id="14" name="CuadroTexto 13">
            <a:extLst>
              <a:ext uri="{FF2B5EF4-FFF2-40B4-BE49-F238E27FC236}">
                <a16:creationId xmlns:a16="http://schemas.microsoft.com/office/drawing/2014/main" id="{68BB4504-66D6-45A4-852E-8379FACAE91F}"/>
              </a:ext>
            </a:extLst>
          </p:cNvPr>
          <p:cNvSpPr txBox="1"/>
          <p:nvPr/>
        </p:nvSpPr>
        <p:spPr>
          <a:xfrm>
            <a:off x="10668000" y="5461000"/>
            <a:ext cx="762000" cy="261610"/>
          </a:xfrm>
          <a:prstGeom prst="rect">
            <a:avLst/>
          </a:prstGeom>
          <a:noFill/>
        </p:spPr>
        <p:txBody>
          <a:bodyPr vert="horz" rtlCol="0">
            <a:spAutoFit/>
          </a:bodyPr>
          <a:lstStyle/>
          <a:p>
            <a:pPr algn="r"/>
            <a:r>
              <a:rPr lang="es-ES" sz="1100">
                <a:solidFill>
                  <a:srgbClr val="969696"/>
                </a:solidFill>
                <a:latin typeface="Calibri" panose="020F0502020204030204" pitchFamily="34" charset="0"/>
              </a:rPr>
              <a:t>Pag. 4</a:t>
            </a:r>
          </a:p>
        </p:txBody>
      </p:sp>
      <p:sp>
        <p:nvSpPr>
          <p:cNvPr id="15" name="Rectángulo: esquinas redondeadas 14">
            <a:hlinkClick r:id="" action="ppaction://hlinkshowjump?jump=previousslide"/>
            <a:extLst>
              <a:ext uri="{FF2B5EF4-FFF2-40B4-BE49-F238E27FC236}">
                <a16:creationId xmlns:a16="http://schemas.microsoft.com/office/drawing/2014/main" id="{C2C5AF82-E506-4551-A5DC-7FBAAB960E9C}"/>
              </a:ext>
            </a:extLst>
          </p:cNvPr>
          <p:cNvSpPr/>
          <p:nvPr/>
        </p:nvSpPr>
        <p:spPr>
          <a:xfrm>
            <a:off x="762000" y="6159500"/>
            <a:ext cx="1841500" cy="444500"/>
          </a:xfrm>
          <a:prstGeom prst="roundRect">
            <a:avLst/>
          </a:prstGeom>
          <a:solidFill>
            <a:srgbClr val="C0392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200" b="1">
                <a:solidFill>
                  <a:srgbClr val="FFFFFF"/>
                </a:solidFill>
                <a:latin typeface="Segoe UI" panose="020B0502040204020203" pitchFamily="34" charset="0"/>
              </a:rPr>
              <a:t>&lt; Pag. Anterior</a:t>
            </a:r>
          </a:p>
        </p:txBody>
      </p:sp>
      <p:sp>
        <p:nvSpPr>
          <p:cNvPr id="16" name="Rectángulo: esquinas redondeadas 15">
            <a:hlinkClick r:id="" action="ppaction://hlinkshowjump?jump=firstslide"/>
            <a:extLst>
              <a:ext uri="{FF2B5EF4-FFF2-40B4-BE49-F238E27FC236}">
                <a16:creationId xmlns:a16="http://schemas.microsoft.com/office/drawing/2014/main" id="{BD09E149-3E27-41BD-805E-769F57E880B4}"/>
              </a:ext>
            </a:extLst>
          </p:cNvPr>
          <p:cNvSpPr/>
          <p:nvPr/>
        </p:nvSpPr>
        <p:spPr>
          <a:xfrm>
            <a:off x="5334000" y="6159500"/>
            <a:ext cx="1524000" cy="444500"/>
          </a:xfrm>
          <a:prstGeom prst="roundRect">
            <a:avLst/>
          </a:prstGeom>
          <a:solidFill>
            <a:srgbClr val="2980B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200" b="1">
                <a:solidFill>
                  <a:srgbClr val="FFFFFF"/>
                </a:solidFill>
                <a:latin typeface="Segoe UI" panose="020B0502040204020203" pitchFamily="34" charset="0"/>
              </a:rPr>
              <a:t>Portada</a:t>
            </a:r>
          </a:p>
        </p:txBody>
      </p:sp>
      <p:sp>
        <p:nvSpPr>
          <p:cNvPr id="17" name="Rectángulo: esquinas redondeadas 16">
            <a:hlinkClick r:id="" action="ppaction://hlinkshowjump?jump=nextslide"/>
            <a:extLst>
              <a:ext uri="{FF2B5EF4-FFF2-40B4-BE49-F238E27FC236}">
                <a16:creationId xmlns:a16="http://schemas.microsoft.com/office/drawing/2014/main" id="{6250111C-D99F-4071-B88E-1D6A576A8ED4}"/>
              </a:ext>
            </a:extLst>
          </p:cNvPr>
          <p:cNvSpPr/>
          <p:nvPr/>
        </p:nvSpPr>
        <p:spPr>
          <a:xfrm>
            <a:off x="9588500" y="6159500"/>
            <a:ext cx="1841500" cy="444500"/>
          </a:xfrm>
          <a:prstGeom prst="roundRect">
            <a:avLst/>
          </a:prstGeom>
          <a:solidFill>
            <a:srgbClr val="27AE6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200" b="1">
                <a:solidFill>
                  <a:srgbClr val="FFFFFF"/>
                </a:solidFill>
                <a:latin typeface="Segoe UI" panose="020B0502040204020203" pitchFamily="34" charset="0"/>
              </a:rPr>
              <a:t>Pag. Siguiente &gt;</a:t>
            </a:r>
          </a:p>
        </p:txBody>
      </p:sp>
    </p:spTree>
    <p:extLst>
      <p:ext uri="{BB962C8B-B14F-4D97-AF65-F5344CB8AC3E}">
        <p14:creationId xmlns:p14="http://schemas.microsoft.com/office/powerpoint/2010/main" val="3288061180"/>
      </p:ext>
    </p:extLst>
  </p:cSld>
  <p:clrMapOvr>
    <a:masterClrMapping/>
  </p:clrMapOvr>
  <mc:AlternateContent xmlns:mc="http://schemas.openxmlformats.org/markup-compatibility/2006">
    <mc:Choice xmlns:p14="http://schemas.microsoft.com/office/powerpoint/2010/main" Requires="p14">
      <p:transition spd="slow" p14:dur="2000">
        <p:blinds/>
      </p:transition>
    </mc:Choice>
    <mc:Fallback>
      <p:transition spd="slow">
        <p:blind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esquinas redondeadas 1">
            <a:extLst>
              <a:ext uri="{FF2B5EF4-FFF2-40B4-BE49-F238E27FC236}">
                <a16:creationId xmlns:a16="http://schemas.microsoft.com/office/drawing/2014/main" id="{C804EAA8-F01B-4858-892F-537D0F22E031}"/>
              </a:ext>
            </a:extLst>
          </p:cNvPr>
          <p:cNvSpPr/>
          <p:nvPr/>
        </p:nvSpPr>
        <p:spPr>
          <a:xfrm>
            <a:off x="2540000" y="508000"/>
            <a:ext cx="7112000" cy="5842000"/>
          </a:xfrm>
          <a:prstGeom prst="roundRect">
            <a:avLst/>
          </a:prstGeom>
          <a:solidFill>
            <a:srgbClr val="233241"/>
          </a:solidFill>
          <a:ln w="50800">
            <a:solidFill>
              <a:srgbClr val="D4AF3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CuadroTexto 2">
            <a:extLst>
              <a:ext uri="{FF2B5EF4-FFF2-40B4-BE49-F238E27FC236}">
                <a16:creationId xmlns:a16="http://schemas.microsoft.com/office/drawing/2014/main" id="{34A3747B-1108-40C8-B334-890F1AD03279}"/>
              </a:ext>
            </a:extLst>
          </p:cNvPr>
          <p:cNvSpPr txBox="1"/>
          <p:nvPr/>
        </p:nvSpPr>
        <p:spPr>
          <a:xfrm>
            <a:off x="3048000" y="1778000"/>
            <a:ext cx="6096000" cy="646331"/>
          </a:xfrm>
          <a:prstGeom prst="rect">
            <a:avLst/>
          </a:prstGeom>
          <a:noFill/>
        </p:spPr>
        <p:txBody>
          <a:bodyPr vert="horz" rtlCol="0">
            <a:spAutoFit/>
          </a:bodyPr>
          <a:lstStyle/>
          <a:p>
            <a:pPr algn="ctr"/>
            <a:r>
              <a:rPr lang="es-ES" sz="3600" b="1">
                <a:solidFill>
                  <a:srgbClr val="D4AF37"/>
                </a:solidFill>
                <a:latin typeface="Georgia" panose="02040502050405020303" pitchFamily="18" charset="0"/>
              </a:rPr>
              <a:t>FIN DEL CUENTO</a:t>
            </a:r>
          </a:p>
        </p:txBody>
      </p:sp>
      <p:sp>
        <p:nvSpPr>
          <p:cNvPr id="4" name="CuadroTexto 3">
            <a:extLst>
              <a:ext uri="{FF2B5EF4-FFF2-40B4-BE49-F238E27FC236}">
                <a16:creationId xmlns:a16="http://schemas.microsoft.com/office/drawing/2014/main" id="{1AE6CAD9-6941-41CB-B7E0-45394282EE02}"/>
              </a:ext>
            </a:extLst>
          </p:cNvPr>
          <p:cNvSpPr txBox="1"/>
          <p:nvPr/>
        </p:nvSpPr>
        <p:spPr>
          <a:xfrm>
            <a:off x="3048000" y="2921000"/>
            <a:ext cx="6096000" cy="369332"/>
          </a:xfrm>
          <a:prstGeom prst="rect">
            <a:avLst/>
          </a:prstGeom>
          <a:noFill/>
        </p:spPr>
        <p:txBody>
          <a:bodyPr vert="horz" rtlCol="0">
            <a:spAutoFit/>
          </a:bodyPr>
          <a:lstStyle/>
          <a:p>
            <a:pPr algn="ctr"/>
            <a:r>
              <a:rPr lang="es-ES">
                <a:solidFill>
                  <a:srgbClr val="ECF0F1"/>
                </a:solidFill>
                <a:latin typeface="Segoe UI" panose="020B0502040204020203" pitchFamily="34" charset="0"/>
              </a:rPr>
              <a:t>Has completado la aventura con Tito!</a:t>
            </a:r>
          </a:p>
        </p:txBody>
      </p:sp>
      <p:sp>
        <p:nvSpPr>
          <p:cNvPr id="5" name="Rectángulo: esquinas redondeadas 4">
            <a:hlinkClick r:id="" action="ppaction://hlinkshowjump?jump=firstslide"/>
            <a:extLst>
              <a:ext uri="{FF2B5EF4-FFF2-40B4-BE49-F238E27FC236}">
                <a16:creationId xmlns:a16="http://schemas.microsoft.com/office/drawing/2014/main" id="{5715261D-0448-4D41-85E6-5F700E9B94AB}"/>
              </a:ext>
            </a:extLst>
          </p:cNvPr>
          <p:cNvSpPr/>
          <p:nvPr/>
        </p:nvSpPr>
        <p:spPr>
          <a:xfrm>
            <a:off x="4318000" y="4318000"/>
            <a:ext cx="3556000" cy="762000"/>
          </a:xfrm>
          <a:prstGeom prst="roundRect">
            <a:avLst/>
          </a:prstGeom>
          <a:solidFill>
            <a:srgbClr val="D4AF3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b="1">
                <a:solidFill>
                  <a:srgbClr val="233241"/>
                </a:solidFill>
                <a:latin typeface="Segoe UI" panose="020B0502040204020203" pitchFamily="34" charset="0"/>
              </a:rPr>
              <a:t>Volver a Leer (Portada)</a:t>
            </a:r>
          </a:p>
        </p:txBody>
      </p:sp>
    </p:spTree>
    <p:extLst>
      <p:ext uri="{BB962C8B-B14F-4D97-AF65-F5344CB8AC3E}">
        <p14:creationId xmlns:p14="http://schemas.microsoft.com/office/powerpoint/2010/main" val="2748600728"/>
      </p:ext>
    </p:extLst>
  </p:cSld>
  <p:clrMapOvr>
    <a:masterClrMapping/>
  </p:clrMapOvr>
  <mc:AlternateContent xmlns:mc="http://schemas.openxmlformats.org/markup-compatibility/2006">
    <mc:Choice xmlns:p14="http://schemas.microsoft.com/office/powerpoint/2010/main" Requires="p14">
      <p:transition spd="slow" p14:dur="2000">
        <p:blinds/>
      </p:transition>
    </mc:Choice>
    <mc:Fallback>
      <p:transition spd="slow">
        <p:blinds/>
      </p:transition>
    </mc:Fallback>
  </mc:AlternateContent>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419</Words>
  <Application>Microsoft Office PowerPoint</Application>
  <PresentationFormat>Personalizado</PresentationFormat>
  <Paragraphs>22</Paragraphs>
  <Slides>4</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4</vt:i4>
      </vt:variant>
    </vt:vector>
  </HeadingPairs>
  <TitlesOfParts>
    <vt:vector size="10" baseType="lpstr">
      <vt:lpstr>Arial</vt:lpstr>
      <vt:lpstr>Calibri</vt:lpstr>
      <vt:lpstr>Calibri Light</vt:lpstr>
      <vt:lpstr>Georgia</vt:lpstr>
      <vt:lpstr>Segoe UI</vt:lpstr>
      <vt:lpstr>Tema de Office</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angel172714a@gmail.com</dc:creator>
  <cp:lastModifiedBy>angel172714a@gmail.com</cp:lastModifiedBy>
  <cp:revision>1</cp:revision>
  <dcterms:created xsi:type="dcterms:W3CDTF">2026-09-16T21:02:54Z</dcterms:created>
  <dcterms:modified xsi:type="dcterms:W3CDTF">2026-09-16T21:02:54Z</dcterms:modified>
</cp:coreProperties>
</file>